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6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E489-0189-3437-585E-0D6B2248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1D92B-6CD0-0907-DA04-77138F3E0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8A20C-B74B-46E4-AC86-AC73F83F62C8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E68F5-A253-5E4E-9BC2-38AB77A4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90B2D-AEEB-A0DC-2D2B-9163BE7EB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E95DB-2741-41B3-A7B2-C3D32DFAE8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921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C1D1C7-EE7F-CBC3-BA12-D4D63286C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29711-33FD-82EB-4954-7054045ED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ECB1D-EEE1-8535-5A02-71AAC14EE8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E8A20C-B74B-46E4-AC86-AC73F83F62C8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83C24-F3C9-1A92-E820-A8C8C9FF4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0C4CF-9F00-C66B-AF20-4525CF1CB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8E95DB-2741-41B3-A7B2-C3D32DFAE8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60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47C15E0-F720-08F8-5FD5-F096185A4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3B94E4-633F-6667-23B9-53768E4A1E8D}"/>
              </a:ext>
            </a:extLst>
          </p:cNvPr>
          <p:cNvCxnSpPr>
            <a:cxnSpLocks/>
          </p:cNvCxnSpPr>
          <p:nvPr/>
        </p:nvCxnSpPr>
        <p:spPr>
          <a:xfrm>
            <a:off x="-2235200" y="5156200"/>
            <a:ext cx="0" cy="784225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35BDE10-F3CC-3BA8-C53C-B9F435C99BC9}"/>
              </a:ext>
            </a:extLst>
          </p:cNvPr>
          <p:cNvCxnSpPr>
            <a:cxnSpLocks/>
          </p:cNvCxnSpPr>
          <p:nvPr/>
        </p:nvCxnSpPr>
        <p:spPr>
          <a:xfrm>
            <a:off x="-2540000" y="4800600"/>
            <a:ext cx="762000" cy="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B5C1236-9307-4ABA-5197-E3213FB5682C}"/>
              </a:ext>
            </a:extLst>
          </p:cNvPr>
          <p:cNvSpPr/>
          <p:nvPr/>
        </p:nvSpPr>
        <p:spPr>
          <a:xfrm>
            <a:off x="-2635250" y="1111250"/>
            <a:ext cx="1828795" cy="17589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Panel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1905DA-F83F-5638-B21A-8DBC149A10D5}"/>
              </a:ext>
            </a:extLst>
          </p:cNvPr>
          <p:cNvSpPr/>
          <p:nvPr/>
        </p:nvSpPr>
        <p:spPr>
          <a:xfrm>
            <a:off x="1" y="330201"/>
            <a:ext cx="330198" cy="593089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Task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59A899-6BCC-E577-9BC8-72C32C03D050}"/>
              </a:ext>
            </a:extLst>
          </p:cNvPr>
          <p:cNvSpPr/>
          <p:nvPr/>
        </p:nvSpPr>
        <p:spPr>
          <a:xfrm>
            <a:off x="0" y="6261101"/>
            <a:ext cx="12191999" cy="5969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Status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BAEC1F-A631-BBB6-F872-75104E88DEB6}"/>
              </a:ext>
            </a:extLst>
          </p:cNvPr>
          <p:cNvSpPr/>
          <p:nvPr/>
        </p:nvSpPr>
        <p:spPr>
          <a:xfrm>
            <a:off x="0" y="0"/>
            <a:ext cx="12191999" cy="33020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Context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B9D237-1D1A-49F2-844B-229E975ACC9B}"/>
              </a:ext>
            </a:extLst>
          </p:cNvPr>
          <p:cNvSpPr/>
          <p:nvPr/>
        </p:nvSpPr>
        <p:spPr>
          <a:xfrm>
            <a:off x="330199" y="330202"/>
            <a:ext cx="11861801" cy="593089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Desktop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D9B4E1-BC1E-387B-0B58-300F0FD315F4}"/>
              </a:ext>
            </a:extLst>
          </p:cNvPr>
          <p:cNvSpPr/>
          <p:nvPr/>
        </p:nvSpPr>
        <p:spPr>
          <a:xfrm>
            <a:off x="1" y="5854703"/>
            <a:ext cx="330198" cy="4063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⚙️</a:t>
            </a:r>
          </a:p>
        </p:txBody>
      </p:sp>
    </p:spTree>
    <p:extLst>
      <p:ext uri="{BB962C8B-B14F-4D97-AF65-F5344CB8AC3E}">
        <p14:creationId xmlns:p14="http://schemas.microsoft.com/office/powerpoint/2010/main" val="1150444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A453A9-C45B-D4D9-7BE2-A8B04F8B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97DA6C4-42CC-7F2C-EDE9-64824372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5702A5-AD6C-75C2-9B90-B04587073A5B}"/>
              </a:ext>
            </a:extLst>
          </p:cNvPr>
          <p:cNvCxnSpPr>
            <a:cxnSpLocks/>
          </p:cNvCxnSpPr>
          <p:nvPr/>
        </p:nvCxnSpPr>
        <p:spPr>
          <a:xfrm>
            <a:off x="-2235200" y="5156200"/>
            <a:ext cx="0" cy="784225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8794EB-A378-5924-F274-E05142284417}"/>
              </a:ext>
            </a:extLst>
          </p:cNvPr>
          <p:cNvCxnSpPr>
            <a:cxnSpLocks/>
          </p:cNvCxnSpPr>
          <p:nvPr/>
        </p:nvCxnSpPr>
        <p:spPr>
          <a:xfrm>
            <a:off x="-2501900" y="4686300"/>
            <a:ext cx="762000" cy="0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9A13278-F0CE-E5FB-520C-8626FBA7C1A1}"/>
              </a:ext>
            </a:extLst>
          </p:cNvPr>
          <p:cNvSpPr/>
          <p:nvPr/>
        </p:nvSpPr>
        <p:spPr>
          <a:xfrm>
            <a:off x="-2635250" y="1111250"/>
            <a:ext cx="1828795" cy="17589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Panel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16A899-A5A0-8C2D-A817-3EC13CDD966D}"/>
              </a:ext>
            </a:extLst>
          </p:cNvPr>
          <p:cNvSpPr/>
          <p:nvPr/>
        </p:nvSpPr>
        <p:spPr>
          <a:xfrm>
            <a:off x="1" y="330201"/>
            <a:ext cx="330198" cy="593089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6F9368-7D58-1EF6-0095-D7AC915E83D8}"/>
              </a:ext>
            </a:extLst>
          </p:cNvPr>
          <p:cNvSpPr/>
          <p:nvPr/>
        </p:nvSpPr>
        <p:spPr>
          <a:xfrm>
            <a:off x="0" y="6261101"/>
            <a:ext cx="12191999" cy="5969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Status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F91B80-0923-C209-6118-AFDCD201A3CB}"/>
              </a:ext>
            </a:extLst>
          </p:cNvPr>
          <p:cNvSpPr/>
          <p:nvPr/>
        </p:nvSpPr>
        <p:spPr>
          <a:xfrm>
            <a:off x="0" y="0"/>
            <a:ext cx="12191999" cy="33020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Context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1DE2A2-0D31-6676-46E8-BC17D2C2C1E3}"/>
              </a:ext>
            </a:extLst>
          </p:cNvPr>
          <p:cNvSpPr/>
          <p:nvPr/>
        </p:nvSpPr>
        <p:spPr>
          <a:xfrm>
            <a:off x="330199" y="330202"/>
            <a:ext cx="11861801" cy="593089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25579C-FFC8-A838-3A16-339241C1F099}"/>
              </a:ext>
            </a:extLst>
          </p:cNvPr>
          <p:cNvSpPr/>
          <p:nvPr/>
        </p:nvSpPr>
        <p:spPr>
          <a:xfrm>
            <a:off x="1" y="5854703"/>
            <a:ext cx="330198" cy="4063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⚙️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63A8A6-05DA-79D1-7132-06A804216C19}"/>
              </a:ext>
            </a:extLst>
          </p:cNvPr>
          <p:cNvSpPr/>
          <p:nvPr/>
        </p:nvSpPr>
        <p:spPr>
          <a:xfrm>
            <a:off x="12700" y="342896"/>
            <a:ext cx="393695" cy="406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2B1D6F-7308-3B31-DD71-4A32FD0211E2}"/>
              </a:ext>
            </a:extLst>
          </p:cNvPr>
          <p:cNvSpPr/>
          <p:nvPr/>
        </p:nvSpPr>
        <p:spPr>
          <a:xfrm>
            <a:off x="330199" y="1333502"/>
            <a:ext cx="4781551" cy="49275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Working Image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A90C98D-D997-E03B-8BD8-1909A4807FF7}"/>
              </a:ext>
            </a:extLst>
          </p:cNvPr>
          <p:cNvCxnSpPr>
            <a:cxnSpLocks/>
          </p:cNvCxnSpPr>
          <p:nvPr/>
        </p:nvCxnSpPr>
        <p:spPr>
          <a:xfrm>
            <a:off x="-1454150" y="4737100"/>
            <a:ext cx="0" cy="784225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467ABE-575C-E547-F86D-B9E0CBA88B49}"/>
              </a:ext>
            </a:extLst>
          </p:cNvPr>
          <p:cNvCxnSpPr>
            <a:cxnSpLocks/>
          </p:cNvCxnSpPr>
          <p:nvPr/>
        </p:nvCxnSpPr>
        <p:spPr>
          <a:xfrm>
            <a:off x="-1720850" y="4267200"/>
            <a:ext cx="762000" cy="0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EA1B2B-2383-C761-2913-D9D7AA953C26}"/>
              </a:ext>
            </a:extLst>
          </p:cNvPr>
          <p:cNvCxnSpPr>
            <a:cxnSpLocks/>
          </p:cNvCxnSpPr>
          <p:nvPr/>
        </p:nvCxnSpPr>
        <p:spPr>
          <a:xfrm>
            <a:off x="4730750" y="3841750"/>
            <a:ext cx="762000" cy="0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92697E2-D1D4-1401-B160-1B23192ECEA3}"/>
              </a:ext>
            </a:extLst>
          </p:cNvPr>
          <p:cNvSpPr/>
          <p:nvPr/>
        </p:nvSpPr>
        <p:spPr>
          <a:xfrm>
            <a:off x="5111750" y="1333501"/>
            <a:ext cx="7080249" cy="49275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Gen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3FE8D3-1536-031E-E57A-3FE3160019BC}"/>
              </a:ext>
            </a:extLst>
          </p:cNvPr>
          <p:cNvSpPr/>
          <p:nvPr/>
        </p:nvSpPr>
        <p:spPr>
          <a:xfrm>
            <a:off x="330198" y="330195"/>
            <a:ext cx="11849102" cy="10032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Browser</a:t>
            </a:r>
          </a:p>
        </p:txBody>
      </p:sp>
    </p:spTree>
    <p:extLst>
      <p:ext uri="{BB962C8B-B14F-4D97-AF65-F5344CB8AC3E}">
        <p14:creationId xmlns:p14="http://schemas.microsoft.com/office/powerpoint/2010/main" val="3616740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1AEC64-07B9-0235-005F-5D775D4AB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918F6DC-EBB0-72D9-1124-F52D267FD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2308E8-159D-20C7-0BCF-4CF1AE468CF1}"/>
              </a:ext>
            </a:extLst>
          </p:cNvPr>
          <p:cNvCxnSpPr>
            <a:cxnSpLocks/>
          </p:cNvCxnSpPr>
          <p:nvPr/>
        </p:nvCxnSpPr>
        <p:spPr>
          <a:xfrm>
            <a:off x="-2235200" y="5156200"/>
            <a:ext cx="0" cy="784225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07243C-C6DD-BDFD-72D7-C46654FA2098}"/>
              </a:ext>
            </a:extLst>
          </p:cNvPr>
          <p:cNvCxnSpPr>
            <a:cxnSpLocks/>
          </p:cNvCxnSpPr>
          <p:nvPr/>
        </p:nvCxnSpPr>
        <p:spPr>
          <a:xfrm>
            <a:off x="-2501900" y="4686300"/>
            <a:ext cx="762000" cy="0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6741BA2-C80E-AB3E-6E09-9BB9C83518B0}"/>
              </a:ext>
            </a:extLst>
          </p:cNvPr>
          <p:cNvSpPr/>
          <p:nvPr/>
        </p:nvSpPr>
        <p:spPr>
          <a:xfrm>
            <a:off x="-2635250" y="1111250"/>
            <a:ext cx="1828795" cy="17589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Panel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C848E7-AD91-A35B-0D94-D0A2E75E6E47}"/>
              </a:ext>
            </a:extLst>
          </p:cNvPr>
          <p:cNvSpPr/>
          <p:nvPr/>
        </p:nvSpPr>
        <p:spPr>
          <a:xfrm>
            <a:off x="1" y="330201"/>
            <a:ext cx="330198" cy="593089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9553CF-F24D-7AAD-DFB6-CAC8A537B435}"/>
              </a:ext>
            </a:extLst>
          </p:cNvPr>
          <p:cNvSpPr/>
          <p:nvPr/>
        </p:nvSpPr>
        <p:spPr>
          <a:xfrm>
            <a:off x="0" y="6261101"/>
            <a:ext cx="12191999" cy="5969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Status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E6A504-D91D-3470-651C-09A049AE45A3}"/>
              </a:ext>
            </a:extLst>
          </p:cNvPr>
          <p:cNvSpPr/>
          <p:nvPr/>
        </p:nvSpPr>
        <p:spPr>
          <a:xfrm>
            <a:off x="0" y="0"/>
            <a:ext cx="12191999" cy="33020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Context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EFFC6A-683E-2BF7-0CFE-C242FE0A051C}"/>
              </a:ext>
            </a:extLst>
          </p:cNvPr>
          <p:cNvSpPr/>
          <p:nvPr/>
        </p:nvSpPr>
        <p:spPr>
          <a:xfrm>
            <a:off x="330199" y="330202"/>
            <a:ext cx="11861801" cy="593089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B1014E-5D69-4FAA-D8C1-AA673F8F0FB8}"/>
              </a:ext>
            </a:extLst>
          </p:cNvPr>
          <p:cNvSpPr/>
          <p:nvPr/>
        </p:nvSpPr>
        <p:spPr>
          <a:xfrm>
            <a:off x="1" y="5854703"/>
            <a:ext cx="330198" cy="4063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⚙️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229A70-CB90-1D3E-39DA-4F5F9CD92CD5}"/>
              </a:ext>
            </a:extLst>
          </p:cNvPr>
          <p:cNvSpPr/>
          <p:nvPr/>
        </p:nvSpPr>
        <p:spPr>
          <a:xfrm>
            <a:off x="12700" y="762004"/>
            <a:ext cx="393695" cy="406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D3105C-3739-0BD7-A947-77A315F25157}"/>
              </a:ext>
            </a:extLst>
          </p:cNvPr>
          <p:cNvSpPr/>
          <p:nvPr/>
        </p:nvSpPr>
        <p:spPr>
          <a:xfrm>
            <a:off x="330199" y="1333502"/>
            <a:ext cx="7029451" cy="49275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Dataset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F85C7AC-A3C8-824C-50FF-13A0FBAC6ACF}"/>
              </a:ext>
            </a:extLst>
          </p:cNvPr>
          <p:cNvCxnSpPr>
            <a:cxnSpLocks/>
          </p:cNvCxnSpPr>
          <p:nvPr/>
        </p:nvCxnSpPr>
        <p:spPr>
          <a:xfrm>
            <a:off x="-1454150" y="4737100"/>
            <a:ext cx="0" cy="784225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6A8D5A2-3408-650B-3E3F-9F522418FEB0}"/>
              </a:ext>
            </a:extLst>
          </p:cNvPr>
          <p:cNvCxnSpPr>
            <a:cxnSpLocks/>
          </p:cNvCxnSpPr>
          <p:nvPr/>
        </p:nvCxnSpPr>
        <p:spPr>
          <a:xfrm>
            <a:off x="-1720850" y="4267200"/>
            <a:ext cx="762000" cy="0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BA9720-4985-FFEB-B159-D838A81BBEDF}"/>
              </a:ext>
            </a:extLst>
          </p:cNvPr>
          <p:cNvCxnSpPr>
            <a:cxnSpLocks/>
          </p:cNvCxnSpPr>
          <p:nvPr/>
        </p:nvCxnSpPr>
        <p:spPr>
          <a:xfrm>
            <a:off x="6978650" y="3898893"/>
            <a:ext cx="762000" cy="0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1837476-3F1C-2F45-CC71-D564A8AC73BD}"/>
              </a:ext>
            </a:extLst>
          </p:cNvPr>
          <p:cNvSpPr/>
          <p:nvPr/>
        </p:nvSpPr>
        <p:spPr>
          <a:xfrm>
            <a:off x="7359650" y="1333501"/>
            <a:ext cx="4832349" cy="49275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Train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B049C1-5695-6C25-0D94-FAA7F0DF285E}"/>
              </a:ext>
            </a:extLst>
          </p:cNvPr>
          <p:cNvSpPr/>
          <p:nvPr/>
        </p:nvSpPr>
        <p:spPr>
          <a:xfrm>
            <a:off x="330198" y="330195"/>
            <a:ext cx="11849102" cy="10032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Browser</a:t>
            </a:r>
          </a:p>
        </p:txBody>
      </p:sp>
    </p:spTree>
    <p:extLst>
      <p:ext uri="{BB962C8B-B14F-4D97-AF65-F5344CB8AC3E}">
        <p14:creationId xmlns:p14="http://schemas.microsoft.com/office/powerpoint/2010/main" val="458782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DEB3C3-AF52-9D55-B7F1-83183FDAF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1BCE6A2-CA82-B948-606E-D3D1E4046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CC7248E-F613-1B51-A461-C59219454022}"/>
              </a:ext>
            </a:extLst>
          </p:cNvPr>
          <p:cNvCxnSpPr>
            <a:cxnSpLocks/>
          </p:cNvCxnSpPr>
          <p:nvPr/>
        </p:nvCxnSpPr>
        <p:spPr>
          <a:xfrm>
            <a:off x="-2235200" y="5156200"/>
            <a:ext cx="0" cy="784225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B1477B9-2E3F-B822-1561-AF3DF32418FB}"/>
              </a:ext>
            </a:extLst>
          </p:cNvPr>
          <p:cNvCxnSpPr>
            <a:cxnSpLocks/>
          </p:cNvCxnSpPr>
          <p:nvPr/>
        </p:nvCxnSpPr>
        <p:spPr>
          <a:xfrm>
            <a:off x="-2501900" y="4686300"/>
            <a:ext cx="762000" cy="0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B64F5EC-14B1-03A2-9E6E-AE5CD2627B70}"/>
              </a:ext>
            </a:extLst>
          </p:cNvPr>
          <p:cNvSpPr/>
          <p:nvPr/>
        </p:nvSpPr>
        <p:spPr>
          <a:xfrm>
            <a:off x="-2635250" y="1111250"/>
            <a:ext cx="1828795" cy="17589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Panel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DD7567-12D4-12BB-705E-7B10CABAB25D}"/>
              </a:ext>
            </a:extLst>
          </p:cNvPr>
          <p:cNvSpPr/>
          <p:nvPr/>
        </p:nvSpPr>
        <p:spPr>
          <a:xfrm>
            <a:off x="1" y="330201"/>
            <a:ext cx="330198" cy="593089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4675B3-65FC-6110-A132-8C4D204A20EC}"/>
              </a:ext>
            </a:extLst>
          </p:cNvPr>
          <p:cNvSpPr/>
          <p:nvPr/>
        </p:nvSpPr>
        <p:spPr>
          <a:xfrm>
            <a:off x="0" y="6261101"/>
            <a:ext cx="12191999" cy="5969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Status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393BB6-06B4-37FC-127D-B900DF6B1A23}"/>
              </a:ext>
            </a:extLst>
          </p:cNvPr>
          <p:cNvSpPr/>
          <p:nvPr/>
        </p:nvSpPr>
        <p:spPr>
          <a:xfrm>
            <a:off x="0" y="0"/>
            <a:ext cx="12191999" cy="33020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Context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0D48E8-BC28-8D07-CEFE-44181504D2BA}"/>
              </a:ext>
            </a:extLst>
          </p:cNvPr>
          <p:cNvSpPr/>
          <p:nvPr/>
        </p:nvSpPr>
        <p:spPr>
          <a:xfrm>
            <a:off x="330199" y="330202"/>
            <a:ext cx="11861801" cy="593089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447419-85C6-104C-EC1E-F3E64B0BEDF2}"/>
              </a:ext>
            </a:extLst>
          </p:cNvPr>
          <p:cNvSpPr/>
          <p:nvPr/>
        </p:nvSpPr>
        <p:spPr>
          <a:xfrm>
            <a:off x="1" y="5854703"/>
            <a:ext cx="330198" cy="4063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⚙️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399E9D-A31F-A236-6FBA-AE3DE89B13CF}"/>
              </a:ext>
            </a:extLst>
          </p:cNvPr>
          <p:cNvSpPr/>
          <p:nvPr/>
        </p:nvSpPr>
        <p:spPr>
          <a:xfrm>
            <a:off x="12700" y="1142990"/>
            <a:ext cx="393695" cy="406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6253E5-243D-B758-9571-F7D40DD7776C}"/>
              </a:ext>
            </a:extLst>
          </p:cNvPr>
          <p:cNvSpPr/>
          <p:nvPr/>
        </p:nvSpPr>
        <p:spPr>
          <a:xfrm>
            <a:off x="330197" y="330179"/>
            <a:ext cx="1581153" cy="593091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Asset Tree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44BDD2-FC0C-5064-C1F0-F5903B5D72EE}"/>
              </a:ext>
            </a:extLst>
          </p:cNvPr>
          <p:cNvCxnSpPr>
            <a:cxnSpLocks/>
          </p:cNvCxnSpPr>
          <p:nvPr/>
        </p:nvCxnSpPr>
        <p:spPr>
          <a:xfrm>
            <a:off x="-1454150" y="4737100"/>
            <a:ext cx="0" cy="784225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964717-4DFD-8172-2806-D5003007AC71}"/>
              </a:ext>
            </a:extLst>
          </p:cNvPr>
          <p:cNvCxnSpPr>
            <a:cxnSpLocks/>
          </p:cNvCxnSpPr>
          <p:nvPr/>
        </p:nvCxnSpPr>
        <p:spPr>
          <a:xfrm>
            <a:off x="-1720850" y="4267200"/>
            <a:ext cx="762000" cy="0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ECC162-9E95-E45B-8DF0-0D0E9AE04E6A}"/>
              </a:ext>
            </a:extLst>
          </p:cNvPr>
          <p:cNvCxnSpPr>
            <a:cxnSpLocks/>
          </p:cNvCxnSpPr>
          <p:nvPr/>
        </p:nvCxnSpPr>
        <p:spPr>
          <a:xfrm>
            <a:off x="1530350" y="3403593"/>
            <a:ext cx="762000" cy="0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09CED5C-633A-D4ED-E06C-6435E139109C}"/>
              </a:ext>
            </a:extLst>
          </p:cNvPr>
          <p:cNvSpPr/>
          <p:nvPr/>
        </p:nvSpPr>
        <p:spPr>
          <a:xfrm>
            <a:off x="1911350" y="330189"/>
            <a:ext cx="10280649" cy="59308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Asset Browser</a:t>
            </a:r>
          </a:p>
        </p:txBody>
      </p:sp>
    </p:spTree>
    <p:extLst>
      <p:ext uri="{BB962C8B-B14F-4D97-AF65-F5344CB8AC3E}">
        <p14:creationId xmlns:p14="http://schemas.microsoft.com/office/powerpoint/2010/main" val="3270668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E6B8B-A69D-5C97-E54A-68A784C9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2D532C2-AA19-E109-A8B8-B3EC33F6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897F45-AF00-CEC2-396D-1ADCCFC5CA33}"/>
              </a:ext>
            </a:extLst>
          </p:cNvPr>
          <p:cNvCxnSpPr>
            <a:cxnSpLocks/>
          </p:cNvCxnSpPr>
          <p:nvPr/>
        </p:nvCxnSpPr>
        <p:spPr>
          <a:xfrm>
            <a:off x="-2235200" y="5156200"/>
            <a:ext cx="0" cy="784225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E16366-FFE4-3A32-FBE1-DA457A3C4422}"/>
              </a:ext>
            </a:extLst>
          </p:cNvPr>
          <p:cNvCxnSpPr>
            <a:cxnSpLocks/>
          </p:cNvCxnSpPr>
          <p:nvPr/>
        </p:nvCxnSpPr>
        <p:spPr>
          <a:xfrm>
            <a:off x="-2501900" y="4686300"/>
            <a:ext cx="762000" cy="0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607C31A-035A-14C8-627A-70B940543088}"/>
              </a:ext>
            </a:extLst>
          </p:cNvPr>
          <p:cNvSpPr/>
          <p:nvPr/>
        </p:nvSpPr>
        <p:spPr>
          <a:xfrm>
            <a:off x="-2635250" y="1111250"/>
            <a:ext cx="1828795" cy="17589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Panel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D21853-2A55-2B2D-5355-E0B5798ABA25}"/>
              </a:ext>
            </a:extLst>
          </p:cNvPr>
          <p:cNvSpPr/>
          <p:nvPr/>
        </p:nvSpPr>
        <p:spPr>
          <a:xfrm>
            <a:off x="1" y="330201"/>
            <a:ext cx="330198" cy="593089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CCE3C0-1F1F-A52A-A86F-01F565C2F38A}"/>
              </a:ext>
            </a:extLst>
          </p:cNvPr>
          <p:cNvSpPr/>
          <p:nvPr/>
        </p:nvSpPr>
        <p:spPr>
          <a:xfrm>
            <a:off x="0" y="6261101"/>
            <a:ext cx="12191999" cy="5969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Status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BEFDE2-233D-B553-714E-2A233C68A8F9}"/>
              </a:ext>
            </a:extLst>
          </p:cNvPr>
          <p:cNvSpPr/>
          <p:nvPr/>
        </p:nvSpPr>
        <p:spPr>
          <a:xfrm>
            <a:off x="0" y="0"/>
            <a:ext cx="12191999" cy="33020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Context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9ED141-C743-3C39-BA00-7D613DE6591C}"/>
              </a:ext>
            </a:extLst>
          </p:cNvPr>
          <p:cNvSpPr/>
          <p:nvPr/>
        </p:nvSpPr>
        <p:spPr>
          <a:xfrm>
            <a:off x="330199" y="330202"/>
            <a:ext cx="11861801" cy="593089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9C31BF-2CAD-3CC4-E1B3-D3BAF0083543}"/>
              </a:ext>
            </a:extLst>
          </p:cNvPr>
          <p:cNvSpPr/>
          <p:nvPr/>
        </p:nvSpPr>
        <p:spPr>
          <a:xfrm>
            <a:off x="1" y="5854703"/>
            <a:ext cx="330198" cy="4063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⚙️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7226F6-462A-04AA-B02F-64CEDB7C8837}"/>
              </a:ext>
            </a:extLst>
          </p:cNvPr>
          <p:cNvSpPr/>
          <p:nvPr/>
        </p:nvSpPr>
        <p:spPr>
          <a:xfrm>
            <a:off x="12700" y="1571615"/>
            <a:ext cx="393695" cy="406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323E50-A071-DD27-EAD5-B403196E6424}"/>
              </a:ext>
            </a:extLst>
          </p:cNvPr>
          <p:cNvSpPr/>
          <p:nvPr/>
        </p:nvSpPr>
        <p:spPr>
          <a:xfrm>
            <a:off x="330197" y="330179"/>
            <a:ext cx="1581153" cy="593091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Scene Tree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C5A707A-D7BC-031E-93DD-1109506E22DC}"/>
              </a:ext>
            </a:extLst>
          </p:cNvPr>
          <p:cNvCxnSpPr>
            <a:cxnSpLocks/>
          </p:cNvCxnSpPr>
          <p:nvPr/>
        </p:nvCxnSpPr>
        <p:spPr>
          <a:xfrm>
            <a:off x="-1454150" y="4737100"/>
            <a:ext cx="0" cy="784225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FB37A8-BE64-31B6-8924-8B2BA2332D7C}"/>
              </a:ext>
            </a:extLst>
          </p:cNvPr>
          <p:cNvCxnSpPr>
            <a:cxnSpLocks/>
          </p:cNvCxnSpPr>
          <p:nvPr/>
        </p:nvCxnSpPr>
        <p:spPr>
          <a:xfrm>
            <a:off x="-1720850" y="4267200"/>
            <a:ext cx="762000" cy="0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00B639-645A-1DAE-D1D8-DFDF501E005A}"/>
              </a:ext>
            </a:extLst>
          </p:cNvPr>
          <p:cNvCxnSpPr>
            <a:cxnSpLocks/>
          </p:cNvCxnSpPr>
          <p:nvPr/>
        </p:nvCxnSpPr>
        <p:spPr>
          <a:xfrm>
            <a:off x="1530350" y="3403593"/>
            <a:ext cx="762000" cy="0"/>
          </a:xfrm>
          <a:prstGeom prst="straightConnector1">
            <a:avLst/>
          </a:prstGeom>
          <a:ln w="7620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484807F-7A24-4860-7FDE-5A7D57BCDCE2}"/>
              </a:ext>
            </a:extLst>
          </p:cNvPr>
          <p:cNvSpPr/>
          <p:nvPr/>
        </p:nvSpPr>
        <p:spPr>
          <a:xfrm>
            <a:off x="1911350" y="330189"/>
            <a:ext cx="10280649" cy="59308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Scene Editor</a:t>
            </a:r>
          </a:p>
        </p:txBody>
      </p:sp>
    </p:spTree>
    <p:extLst>
      <p:ext uri="{BB962C8B-B14F-4D97-AF65-F5344CB8AC3E}">
        <p14:creationId xmlns:p14="http://schemas.microsoft.com/office/powerpoint/2010/main" val="980569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42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Error 404</dc:creator>
  <cp:lastModifiedBy>Error 404</cp:lastModifiedBy>
  <cp:revision>6</cp:revision>
  <dcterms:created xsi:type="dcterms:W3CDTF">2026-08-26T01:40:04Z</dcterms:created>
  <dcterms:modified xsi:type="dcterms:W3CDTF">2026-08-26T07:53:58Z</dcterms:modified>
</cp:coreProperties>
</file>